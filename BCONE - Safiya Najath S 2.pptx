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41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87FF"/>
    <a:srgbClr val="6666FF"/>
    <a:srgbClr val="4747FF"/>
    <a:srgbClr val="9999FF"/>
    <a:srgbClr val="307FE2"/>
    <a:srgbClr val="6565FF"/>
    <a:srgbClr val="7D7DFF"/>
    <a:srgbClr val="00ABC7"/>
    <a:srgbClr val="E9F0FB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iya Najath S" userId="cdc05ad7-38bc-4e8a-b4f7-baf85bf52b73" providerId="ADAL" clId="{EFA8C366-67FC-4BAA-B858-39E39D11BDDE}"/>
    <pc:docChg chg="modSld">
      <pc:chgData name="Safiya Najath S" userId="cdc05ad7-38bc-4e8a-b4f7-baf85bf52b73" providerId="ADAL" clId="{EFA8C366-67FC-4BAA-B858-39E39D11BDDE}" dt="2025-05-13T05:31:18.608" v="68" actId="20577"/>
      <pc:docMkLst>
        <pc:docMk/>
      </pc:docMkLst>
      <pc:sldChg chg="modSp mod">
        <pc:chgData name="Safiya Najath S" userId="cdc05ad7-38bc-4e8a-b4f7-baf85bf52b73" providerId="ADAL" clId="{EFA8C366-67FC-4BAA-B858-39E39D11BDDE}" dt="2025-05-13T05:31:18.608" v="68" actId="20577"/>
        <pc:sldMkLst>
          <pc:docMk/>
          <pc:sldMk cId="984345055" sldId="418"/>
        </pc:sldMkLst>
        <pc:spChg chg="mod">
          <ac:chgData name="Safiya Najath S" userId="cdc05ad7-38bc-4e8a-b4f7-baf85bf52b73" providerId="ADAL" clId="{EFA8C366-67FC-4BAA-B858-39E39D11BDDE}" dt="2025-05-13T05:30:40.363" v="6" actId="20577"/>
          <ac:spMkLst>
            <pc:docMk/>
            <pc:sldMk cId="984345055" sldId="418"/>
            <ac:spMk id="10" creationId="{54C5D98C-2D17-4E0A-A77E-1EF485FAE74B}"/>
          </ac:spMkLst>
        </pc:spChg>
        <pc:spChg chg="mod">
          <ac:chgData name="Safiya Najath S" userId="cdc05ad7-38bc-4e8a-b4f7-baf85bf52b73" providerId="ADAL" clId="{EFA8C366-67FC-4BAA-B858-39E39D11BDDE}" dt="2025-05-13T05:31:18.608" v="68" actId="20577"/>
          <ac:spMkLst>
            <pc:docMk/>
            <pc:sldMk cId="984345055" sldId="418"/>
            <ac:spMk id="13" creationId="{175A7436-E949-48D0-A088-18EAD28AB16E}"/>
          </ac:spMkLst>
        </pc:spChg>
      </pc:sldChg>
    </pc:docChg>
  </pc:docChgLst>
  <pc:docChgLst>
    <pc:chgData name="Safiya Najath S" userId="cdc05ad7-38bc-4e8a-b4f7-baf85bf52b73" providerId="ADAL" clId="{4761DE82-55F1-4176-A798-64EBFF36A005}"/>
    <pc:docChg chg="modSld">
      <pc:chgData name="Safiya Najath S" userId="cdc05ad7-38bc-4e8a-b4f7-baf85bf52b73" providerId="ADAL" clId="{4761DE82-55F1-4176-A798-64EBFF36A005}" dt="2024-12-13T08:55:51.011" v="42" actId="20577"/>
      <pc:docMkLst>
        <pc:docMk/>
      </pc:docMkLst>
      <pc:sldChg chg="modSp mod">
        <pc:chgData name="Safiya Najath S" userId="cdc05ad7-38bc-4e8a-b4f7-baf85bf52b73" providerId="ADAL" clId="{4761DE82-55F1-4176-A798-64EBFF36A005}" dt="2024-12-13T08:55:51.011" v="42" actId="20577"/>
        <pc:sldMkLst>
          <pc:docMk/>
          <pc:sldMk cId="984345055" sldId="4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8CD1E-FC92-4EB9-8840-769F76D0A8EF}" type="datetimeFigureOut">
              <a:rPr lang="en-IN" smtClean="0"/>
              <a:pPr/>
              <a:t>13-05-2025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46E8B-0163-4EB1-A36A-EBBDC3DAABF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4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lank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60835BE-7AF2-4CA7-A15C-705A90C08BF6}"/>
              </a:ext>
            </a:extLst>
          </p:cNvPr>
          <p:cNvSpPr/>
          <p:nvPr userDrawn="1"/>
        </p:nvSpPr>
        <p:spPr>
          <a:xfrm rot="20177383">
            <a:off x="-390181" y="-397692"/>
            <a:ext cx="2959215" cy="1752097"/>
          </a:xfrm>
          <a:custGeom>
            <a:avLst/>
            <a:gdLst>
              <a:gd name="connsiteX0" fmla="*/ 674493 w 2959215"/>
              <a:gd name="connsiteY0" fmla="*/ 0 h 1752097"/>
              <a:gd name="connsiteX1" fmla="*/ 2959215 w 2959215"/>
              <a:gd name="connsiteY1" fmla="*/ 1003412 h 1752097"/>
              <a:gd name="connsiteX2" fmla="*/ 2955402 w 2959215"/>
              <a:gd name="connsiteY2" fmla="*/ 1009796 h 1752097"/>
              <a:gd name="connsiteX3" fmla="*/ 1127957 w 2959215"/>
              <a:gd name="connsiteY3" fmla="*/ 1752097 h 1752097"/>
              <a:gd name="connsiteX4" fmla="*/ 19074 w 2959215"/>
              <a:gd name="connsiteY4" fmla="*/ 1544529 h 1752097"/>
              <a:gd name="connsiteX5" fmla="*/ 0 w 2959215"/>
              <a:gd name="connsiteY5" fmla="*/ 1535788 h 1752097"/>
              <a:gd name="connsiteX6" fmla="*/ 674493 w 2959215"/>
              <a:gd name="connsiteY6" fmla="*/ 0 h 175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9215" h="1752097">
                <a:moveTo>
                  <a:pt x="674493" y="0"/>
                </a:moveTo>
                <a:lnTo>
                  <a:pt x="2959215" y="1003412"/>
                </a:lnTo>
                <a:lnTo>
                  <a:pt x="2955402" y="1009796"/>
                </a:lnTo>
                <a:cubicBezTo>
                  <a:pt x="2654319" y="1446015"/>
                  <a:pt x="1949467" y="1752097"/>
                  <a:pt x="1127957" y="1752097"/>
                </a:cubicBezTo>
                <a:cubicBezTo>
                  <a:pt x="717202" y="1752098"/>
                  <a:pt x="335612" y="1675577"/>
                  <a:pt x="19074" y="1544529"/>
                </a:cubicBezTo>
                <a:lnTo>
                  <a:pt x="0" y="1535788"/>
                </a:lnTo>
                <a:lnTo>
                  <a:pt x="67449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0DAAAED-8E29-4163-B116-B249929D603D}"/>
              </a:ext>
            </a:extLst>
          </p:cNvPr>
          <p:cNvSpPr/>
          <p:nvPr userDrawn="1"/>
        </p:nvSpPr>
        <p:spPr>
          <a:xfrm>
            <a:off x="7676536" y="3371884"/>
            <a:ext cx="4515465" cy="3486117"/>
          </a:xfrm>
          <a:custGeom>
            <a:avLst/>
            <a:gdLst>
              <a:gd name="connsiteX0" fmla="*/ 2739513 w 4515465"/>
              <a:gd name="connsiteY0" fmla="*/ 0 h 3486117"/>
              <a:gd name="connsiteX1" fmla="*/ 4482098 w 4515465"/>
              <a:gd name="connsiteY1" fmla="*/ 625572 h 3486117"/>
              <a:gd name="connsiteX2" fmla="*/ 4515465 w 4515465"/>
              <a:gd name="connsiteY2" fmla="*/ 655898 h 3486117"/>
              <a:gd name="connsiteX3" fmla="*/ 4515465 w 4515465"/>
              <a:gd name="connsiteY3" fmla="*/ 3486117 h 3486117"/>
              <a:gd name="connsiteX4" fmla="*/ 105668 w 4515465"/>
              <a:gd name="connsiteY4" fmla="*/ 3486117 h 3486117"/>
              <a:gd name="connsiteX5" fmla="*/ 55657 w 4515465"/>
              <a:gd name="connsiteY5" fmla="*/ 3291620 h 3486117"/>
              <a:gd name="connsiteX6" fmla="*/ 0 w 4515465"/>
              <a:gd name="connsiteY6" fmla="*/ 2739513 h 3486117"/>
              <a:gd name="connsiteX7" fmla="*/ 2739513 w 4515465"/>
              <a:gd name="connsiteY7" fmla="*/ 0 h 3486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5465" h="3486117">
                <a:moveTo>
                  <a:pt x="2739513" y="0"/>
                </a:moveTo>
                <a:cubicBezTo>
                  <a:pt x="3401447" y="0"/>
                  <a:pt x="4008548" y="234764"/>
                  <a:pt x="4482098" y="625572"/>
                </a:cubicBezTo>
                <a:lnTo>
                  <a:pt x="4515465" y="655898"/>
                </a:lnTo>
                <a:lnTo>
                  <a:pt x="4515465" y="3486117"/>
                </a:lnTo>
                <a:lnTo>
                  <a:pt x="105668" y="3486117"/>
                </a:lnTo>
                <a:lnTo>
                  <a:pt x="55657" y="3291620"/>
                </a:lnTo>
                <a:cubicBezTo>
                  <a:pt x="19165" y="3113285"/>
                  <a:pt x="0" y="2928637"/>
                  <a:pt x="0" y="2739513"/>
                </a:cubicBezTo>
                <a:cubicBezTo>
                  <a:pt x="0" y="1226522"/>
                  <a:pt x="1226522" y="0"/>
                  <a:pt x="273951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745A8-BC07-467C-B037-D3B0CC260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144" y="210489"/>
            <a:ext cx="1538789" cy="17478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AC55F-29E9-4072-84CC-A8F892584F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39713" y="211138"/>
            <a:ext cx="1828800" cy="1828800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r>
              <a:rPr lang="en-US" dirty="0"/>
              <a:t>Insert your professional photograph here size - 2" x 2"</a:t>
            </a:r>
          </a:p>
        </p:txBody>
      </p:sp>
    </p:spTree>
    <p:extLst>
      <p:ext uri="{BB962C8B-B14F-4D97-AF65-F5344CB8AC3E}">
        <p14:creationId xmlns:p14="http://schemas.microsoft.com/office/powerpoint/2010/main" val="70816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hyperlink" Target="mailto:Ubair.Mushtaq@bcone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560B41A6-EA0A-4CC1-8113-B92EC451BEA5}"/>
              </a:ext>
            </a:extLst>
          </p:cNvPr>
          <p:cNvSpPr txBox="1">
            <a:spLocks/>
          </p:cNvSpPr>
          <p:nvPr/>
        </p:nvSpPr>
        <p:spPr>
          <a:xfrm>
            <a:off x="2440809" y="3892373"/>
            <a:ext cx="3000472" cy="1461243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Education: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Bachelor of Engineering (ISE).</a:t>
            </a:r>
            <a:endParaRPr lang="en-US" sz="1300" b="1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Certifications/Training:</a:t>
            </a: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Completed (DevOps- Ansible , Dockers ,SAP-Basis, Automation Testing- Selenium, TestNG, Maven) Training.​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0E5DD5-F653-4BA9-8217-324DE4450020}"/>
              </a:ext>
            </a:extLst>
          </p:cNvPr>
          <p:cNvSpPr/>
          <p:nvPr/>
        </p:nvSpPr>
        <p:spPr>
          <a:xfrm>
            <a:off x="2455262" y="3587350"/>
            <a:ext cx="30175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Education &amp; Certification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5A43A4-3B57-48AE-8BCD-858030A3345A}"/>
              </a:ext>
            </a:extLst>
          </p:cNvPr>
          <p:cNvSpPr/>
          <p:nvPr/>
        </p:nvSpPr>
        <p:spPr>
          <a:xfrm>
            <a:off x="2457153" y="589407"/>
            <a:ext cx="2984128" cy="27554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Skills &amp; Competencies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54C5D98C-2D17-4E0A-A77E-1EF485FAE74B}"/>
              </a:ext>
            </a:extLst>
          </p:cNvPr>
          <p:cNvSpPr txBox="1">
            <a:spLocks/>
          </p:cNvSpPr>
          <p:nvPr/>
        </p:nvSpPr>
        <p:spPr>
          <a:xfrm>
            <a:off x="2455262" y="904282"/>
            <a:ext cx="2984128" cy="2577704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Java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Python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SQL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HTML/CSS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PHP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Agile</a:t>
            </a:r>
          </a:p>
          <a:p>
            <a:pPr marL="177800" indent="-17780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Tools :   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                IntelliJ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                VS code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000000">
                    <a:lumMod val="95000"/>
                    <a:lumOff val="5000"/>
                  </a:srgbClr>
                </a:solidFill>
                <a:cs typeface="Arial" panose="020B0604020202020204" pitchFamily="34" charset="0"/>
              </a:rPr>
              <a:t>                 Jupyter Notebook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502920" lvl="1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CFB837-1B83-439F-B92F-5B029788C60C}"/>
              </a:ext>
            </a:extLst>
          </p:cNvPr>
          <p:cNvSpPr/>
          <p:nvPr/>
        </p:nvSpPr>
        <p:spPr>
          <a:xfrm>
            <a:off x="2411293" y="5259962"/>
            <a:ext cx="30175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Industries</a:t>
            </a:r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F2D04A2B-FC9D-4D6F-BA08-497A7EA4E797}"/>
              </a:ext>
            </a:extLst>
          </p:cNvPr>
          <p:cNvSpPr txBox="1">
            <a:spLocks/>
          </p:cNvSpPr>
          <p:nvPr/>
        </p:nvSpPr>
        <p:spPr>
          <a:xfrm>
            <a:off x="2383743" y="5556738"/>
            <a:ext cx="3017520" cy="1183035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L="182880" indent="-1828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+mj-l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+mj-l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sz="1200" dirty="0"/>
              <a:t>Information Technology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175A7436-E949-48D0-A088-18EAD28AB16E}"/>
              </a:ext>
            </a:extLst>
          </p:cNvPr>
          <p:cNvSpPr txBox="1">
            <a:spLocks/>
          </p:cNvSpPr>
          <p:nvPr/>
        </p:nvSpPr>
        <p:spPr>
          <a:xfrm>
            <a:off x="5546447" y="3631219"/>
            <a:ext cx="6358220" cy="3118206"/>
          </a:xfrm>
          <a:prstGeom prst="roundRect">
            <a:avLst>
              <a:gd name="adj" fmla="val 2413"/>
            </a:avLst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300" dirty="0"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sz="1300" b="1" u="sng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RENAISSANCE LEARNING</a:t>
            </a:r>
          </a:p>
          <a:p>
            <a:r>
              <a:rPr lang="en-IN" sz="1300" b="0" i="0" dirty="0">
                <a:solidFill>
                  <a:schemeClr val="tx1"/>
                </a:solidFill>
                <a:effectLst/>
              </a:rPr>
              <a:t>Renaissance learning partners with educators to reach new levels of student performance, empowering teachers with data to serve the whole child. </a:t>
            </a:r>
          </a:p>
          <a:p>
            <a:r>
              <a:rPr lang="en-IN" sz="1300" dirty="0">
                <a:solidFill>
                  <a:schemeClr val="tx1"/>
                </a:solidFill>
              </a:rPr>
              <a:t>They bring </a:t>
            </a:r>
            <a:r>
              <a:rPr lang="en-IN" sz="1300" b="0" i="0" dirty="0">
                <a:solidFill>
                  <a:schemeClr val="tx1"/>
                </a:solidFill>
                <a:effectLst/>
              </a:rPr>
              <a:t>holistic data and collaborative instructional tools together</a:t>
            </a:r>
            <a:endParaRPr lang="en-US" sz="1300" b="1" u="sng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9144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I have been working for the Illuminate project for nearly 3 years as of now.</a:t>
            </a:r>
          </a:p>
          <a:p>
            <a:pPr marL="9144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I have been a part of the Data Team, working as a PHP developer on the backend.</a:t>
            </a:r>
          </a:p>
          <a:p>
            <a:pPr marL="9144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As a Data Team developer my role has been to manage the data imports and extracts.</a:t>
            </a:r>
          </a:p>
          <a:p>
            <a:pPr marL="9144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While working on this project I have helped the clients by solving various bugs and            issues at the Data end.</a:t>
            </a:r>
          </a:p>
          <a:p>
            <a:pPr marL="91440"/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I have also integrated new functionalities for Data imports.</a:t>
            </a:r>
          </a:p>
          <a:p>
            <a:pPr marL="91440"/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6D9B41-C430-4721-921D-504DE124AA48}"/>
              </a:ext>
            </a:extLst>
          </p:cNvPr>
          <p:cNvSpPr/>
          <p:nvPr/>
        </p:nvSpPr>
        <p:spPr>
          <a:xfrm>
            <a:off x="5595895" y="3344826"/>
            <a:ext cx="6358219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Project Experiences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13A87B98-F92D-49B0-B844-8E51320BEE57}"/>
              </a:ext>
            </a:extLst>
          </p:cNvPr>
          <p:cNvSpPr txBox="1">
            <a:spLocks/>
          </p:cNvSpPr>
          <p:nvPr/>
        </p:nvSpPr>
        <p:spPr>
          <a:xfrm>
            <a:off x="195560" y="5071456"/>
            <a:ext cx="1821042" cy="1517450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GitHub:</a:t>
            </a:r>
          </a:p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https://github.com/SafiyaNajath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fontAlgn="base"/>
            <a:r>
              <a:rPr lang="en-US" b="1" dirty="0"/>
              <a:t>Bcone: </a:t>
            </a:r>
            <a:r>
              <a:rPr lang="en-US" dirty="0"/>
              <a:t>​</a:t>
            </a:r>
          </a:p>
          <a:p>
            <a:pPr fontAlgn="base"/>
            <a:r>
              <a:rPr lang="en-US" u="sng" dirty="0">
                <a:hlinkClick r:id="rId2"/>
              </a:rPr>
              <a:t>Safiyanajath.s@bristlecone.com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​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5893FAF-6E38-42E3-B2B0-6CA6E66D8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478699" y="617546"/>
            <a:ext cx="228600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A04817-CD42-4088-9368-3300CB89BA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47856" y="3367686"/>
            <a:ext cx="228600" cy="228600"/>
          </a:xfrm>
          <a:prstGeom prst="rect">
            <a:avLst/>
          </a:prstGeom>
        </p:spPr>
      </p:pic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263D5897-9A0E-42D4-A2B4-F404F268DBBB}"/>
              </a:ext>
            </a:extLst>
          </p:cNvPr>
          <p:cNvSpPr txBox="1">
            <a:spLocks/>
          </p:cNvSpPr>
          <p:nvPr/>
        </p:nvSpPr>
        <p:spPr>
          <a:xfrm>
            <a:off x="11366500" y="6615995"/>
            <a:ext cx="596903" cy="20637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800" smtClean="0"/>
              <a:pPr/>
              <a:t>1</a:t>
            </a:fld>
            <a:endParaRPr lang="en-US" sz="80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3B7B0F-5B96-4795-9EAC-B56DE17C50E2}"/>
              </a:ext>
            </a:extLst>
          </p:cNvPr>
          <p:cNvSpPr/>
          <p:nvPr/>
        </p:nvSpPr>
        <p:spPr>
          <a:xfrm>
            <a:off x="5605116" y="612240"/>
            <a:ext cx="6358287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Professional Career</a:t>
            </a:r>
          </a:p>
        </p:txBody>
      </p:sp>
      <p:sp>
        <p:nvSpPr>
          <p:cNvPr id="36" name="Text Placeholder 50">
            <a:extLst>
              <a:ext uri="{FF2B5EF4-FFF2-40B4-BE49-F238E27FC236}">
                <a16:creationId xmlns:a16="http://schemas.microsoft.com/office/drawing/2014/main" id="{768B2464-A1BD-415F-9D19-133F3FC150B5}"/>
              </a:ext>
            </a:extLst>
          </p:cNvPr>
          <p:cNvSpPr txBox="1">
            <a:spLocks/>
          </p:cNvSpPr>
          <p:nvPr/>
        </p:nvSpPr>
        <p:spPr>
          <a:xfrm>
            <a:off x="5588068" y="864858"/>
            <a:ext cx="6358288" cy="2008846"/>
          </a:xfrm>
          <a:prstGeom prst="roundRect">
            <a:avLst>
              <a:gd name="adj" fmla="val 1864"/>
            </a:avLst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Completed my internship using python from machine learning.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I have undergone competency training in DevOps-</a:t>
            </a:r>
            <a:r>
              <a:rPr lang="en-US" sz="13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Ansible,Dockers,SAP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-Basis,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     Automation Testing-</a:t>
            </a:r>
            <a:r>
              <a:rPr lang="en-US" sz="13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Selenium,TestNG,Maven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Working as Software Engineer for Bristlecone India Ltd , Bangalore September 2021 to till date.</a:t>
            </a:r>
          </a:p>
          <a:p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Text Placeholder 50">
            <a:extLst>
              <a:ext uri="{FF2B5EF4-FFF2-40B4-BE49-F238E27FC236}">
                <a16:creationId xmlns:a16="http://schemas.microsoft.com/office/drawing/2014/main" id="{1051DB29-4957-4C3A-9E1F-0A50DE023BD9}"/>
              </a:ext>
            </a:extLst>
          </p:cNvPr>
          <p:cNvSpPr txBox="1">
            <a:spLocks/>
          </p:cNvSpPr>
          <p:nvPr/>
        </p:nvSpPr>
        <p:spPr>
          <a:xfrm>
            <a:off x="237886" y="2612536"/>
            <a:ext cx="1858316" cy="1999022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an ambitious and honest individual, I am often recognized for my commitment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.I am looking forward to improve on my skills and learn new technologies.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CD5983-E58B-4359-BE5F-04563D05DFAF}"/>
              </a:ext>
            </a:extLst>
          </p:cNvPr>
          <p:cNvSpPr/>
          <p:nvPr/>
        </p:nvSpPr>
        <p:spPr>
          <a:xfrm>
            <a:off x="245644" y="2239617"/>
            <a:ext cx="1821042" cy="37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Associate Consultant</a:t>
            </a:r>
          </a:p>
          <a:p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CDAB897C-166D-43B6-AAAC-6ECB112A1AD3}"/>
              </a:ext>
            </a:extLst>
          </p:cNvPr>
          <p:cNvSpPr txBox="1">
            <a:spLocks/>
          </p:cNvSpPr>
          <p:nvPr/>
        </p:nvSpPr>
        <p:spPr>
          <a:xfrm>
            <a:off x="187036" y="6615995"/>
            <a:ext cx="2194560" cy="20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 2019 Bristlecone.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59DE3F-6436-4BDD-80F4-3ECFA1667B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0153" y="3356899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4ACC21-6144-427B-8E6F-C832F702A7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0153" y="613422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782E6C6-C6F7-452C-92D6-1EDC92C27B79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659" y="5304919"/>
            <a:ext cx="201753" cy="2286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F77858-3EDD-45FF-A522-7F58F0E6C4C7}"/>
              </a:ext>
            </a:extLst>
          </p:cNvPr>
          <p:cNvSpPr txBox="1"/>
          <p:nvPr/>
        </p:nvSpPr>
        <p:spPr>
          <a:xfrm>
            <a:off x="172366" y="4816210"/>
            <a:ext cx="1821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Online Platform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533D83-4680-4494-9503-609343F700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82" y="350598"/>
            <a:ext cx="2028821" cy="1834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73F6C3-BC17-48E4-8972-42736ED07FF1}"/>
              </a:ext>
            </a:extLst>
          </p:cNvPr>
          <p:cNvSpPr txBox="1"/>
          <p:nvPr/>
        </p:nvSpPr>
        <p:spPr>
          <a:xfrm>
            <a:off x="2533659" y="224075"/>
            <a:ext cx="2300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Safiya Najath S</a:t>
            </a:r>
          </a:p>
        </p:txBody>
      </p:sp>
    </p:spTree>
    <p:extLst>
      <p:ext uri="{BB962C8B-B14F-4D97-AF65-F5344CB8AC3E}">
        <p14:creationId xmlns:p14="http://schemas.microsoft.com/office/powerpoint/2010/main" val="98434505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and Thank You slide">
  <a:themeElements>
    <a:clrScheme name="UCT_1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A468D"/>
      </a:accent1>
      <a:accent2>
        <a:srgbClr val="8B8A8D"/>
      </a:accent2>
      <a:accent3>
        <a:srgbClr val="00A7E0"/>
      </a:accent3>
      <a:accent4>
        <a:srgbClr val="00ABC7"/>
      </a:accent4>
      <a:accent5>
        <a:srgbClr val="005F85"/>
      </a:accent5>
      <a:accent6>
        <a:srgbClr val="3FC6C6"/>
      </a:accent6>
      <a:hlink>
        <a:srgbClr val="005F85"/>
      </a:hlink>
      <a:folHlink>
        <a:srgbClr val="F7964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one_Master_temp_16x9_heavy.pptx" id="{219429E9-4573-4472-89EE-141902B3495D}" vid="{770C99B1-BDF8-4DAA-A8BD-96A9B447B8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839308e8-cdc8-4e69-b65f-87a1d7161af1" xsi:nil="true"/>
    <lcf76f155ced4ddcb4097134ff3c332f xmlns="c7b1600b-1875-4cfe-bf63-0c9feabae46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2C95AB2DD3794A8331DA0F58D260F7" ma:contentTypeVersion="20" ma:contentTypeDescription="Create a new document." ma:contentTypeScope="" ma:versionID="7399e16d4c1c4f027f442390117ba5b6">
  <xsd:schema xmlns:xsd="http://www.w3.org/2001/XMLSchema" xmlns:xs="http://www.w3.org/2001/XMLSchema" xmlns:p="http://schemas.microsoft.com/office/2006/metadata/properties" xmlns:ns1="http://schemas.microsoft.com/sharepoint/v3" xmlns:ns2="c7b1600b-1875-4cfe-bf63-0c9feabae465" xmlns:ns3="839308e8-cdc8-4e69-b65f-87a1d7161af1" targetNamespace="http://schemas.microsoft.com/office/2006/metadata/properties" ma:root="true" ma:fieldsID="62ff2a563aa757bc41ec58156716385b" ns1:_="" ns2:_="" ns3:_="">
    <xsd:import namespace="http://schemas.microsoft.com/sharepoint/v3"/>
    <xsd:import namespace="c7b1600b-1875-4cfe-bf63-0c9feabae465"/>
    <xsd:import namespace="839308e8-cdc8-4e69-b65f-87a1d7161a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1600b-1875-4cfe-bf63-0c9feabae4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9d2465-8f9b-4322-90f8-0c25d1fd69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9308e8-cdc8-4e69-b65f-87a1d7161a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a648f24-c0f9-42e2-b055-1b174775d8f6}" ma:internalName="TaxCatchAll" ma:showField="CatchAllData" ma:web="839308e8-cdc8-4e69-b65f-87a1d7161a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CF63A9-CE67-4DB5-8BBF-8A8FF036B5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D1894B-864B-45B0-ABF5-7D622C3E14A9}">
  <ds:schemaRefs>
    <ds:schemaRef ds:uri="http://schemas.microsoft.com/office/2006/documentManagement/types"/>
    <ds:schemaRef ds:uri="28efc47e-e2a9-405c-a2f6-a684e4d13bef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2bf50ad9-ed5d-4c3f-a7e8-08dddc9fdc2f"/>
    <ds:schemaRef ds:uri="http://www.w3.org/XML/1998/namespace"/>
    <ds:schemaRef ds:uri="6ac640c6-fc5a-4d15-a008-a08f1378eadb"/>
  </ds:schemaRefs>
</ds:datastoreItem>
</file>

<file path=customXml/itemProps3.xml><?xml version="1.0" encoding="utf-8"?>
<ds:datastoreItem xmlns:ds="http://schemas.openxmlformats.org/officeDocument/2006/customXml" ds:itemID="{C5CC6DBE-F23E-4791-829D-944C85C1DFFA}"/>
</file>

<file path=docProps/app.xml><?xml version="1.0" encoding="utf-8"?>
<Properties xmlns="http://schemas.openxmlformats.org/officeDocument/2006/extended-properties" xmlns:vt="http://schemas.openxmlformats.org/officeDocument/2006/docPropsVTypes">
  <Template>Bcone_Master_temp_16x9_heavy</Template>
  <TotalTime>4899</TotalTime>
  <Words>294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Title Slide and Thank You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Kumar Sharma</dc:creator>
  <cp:lastModifiedBy>Safiya Najath S</cp:lastModifiedBy>
  <cp:revision>268</cp:revision>
  <dcterms:created xsi:type="dcterms:W3CDTF">2018-02-20T07:00:17Z</dcterms:created>
  <dcterms:modified xsi:type="dcterms:W3CDTF">2025-05-13T05:31:25Z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0x010100CB2C95AB2DD3794A8331DA0F58D260F7</vt:lpwstr>
  </property>
  <property fmtid="{D5CDD505-2E9C-101B-9397-08002B2CF9AE}" pid="3" name="_dlc_DocIdItemGuid">
    <vt:lpwstr>3c75e177-31db-4e84-8df5-0b89226c6caa</vt:lpwstr>
  </property>
</Properties>
</file>